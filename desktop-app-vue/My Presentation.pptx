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4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 Presentation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 | 2026/1/3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E4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谢谢观看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ChainlessChain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Presentation</dc:title>
  <dc:subject>PptxGenJS Presentation</dc:subject>
  <dc:creator>作者</dc:creator>
  <cp:lastModifiedBy>作者</cp:lastModifiedBy>
  <cp:revision>1</cp:revision>
  <dcterms:created xsi:type="dcterms:W3CDTF">2026-01-03T06:25:51Z</dcterms:created>
  <dcterms:modified xsi:type="dcterms:W3CDTF">2026-01-03T06:25:51Z</dcterms:modified>
</cp:coreProperties>
</file>